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Photosynthesis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Biology 101 - Chapter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Photosynthesis?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Photosynthesis is the process by which green plants and some other organisms use sunlight to synthesize nutrients from carbon dioxide and water.</a:t>
            </a:r>
          </a:p>
          <a:p/>
          <a:p>
            <a:r>
              <a:t>The overall equation:</a:t>
            </a:r>
          </a:p>
          <a:p>
            <a:r>
              <a:t>6CO2 + 6H2O + light energy -&gt; C6H12O6 + 6O2</a:t>
            </a:r>
          </a:p>
          <a:p/>
          <a:p>
            <a:r>
              <a:t>It primarily occurs in the chloroplasts of plant cells.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Light-Dependent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Occur in the thylakoid membranes of the chloroplast.</a:t>
            </a:r>
          </a:p>
          <a:p/>
          <a:p>
            <a:r>
              <a:t>Key steps:</a:t>
            </a:r>
          </a:p>
          <a:p>
            <a:r>
              <a:t>1. Water molecules are split (photolysis), releasing oxygen</a:t>
            </a:r>
          </a:p>
          <a:p>
            <a:r>
              <a:t>2. Light energy is captured by chlorophyll and converted to ATP and NADPH</a:t>
            </a:r>
          </a:p>
          <a:p>
            <a:r>
              <a:t>3. These energy carriers are used in the Calvin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Calvin Cycle (Light-Independent Reactions)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Occurs in the stroma of the chloroplast.</a:t>
            </a:r>
          </a:p>
          <a:p/>
          <a:p>
            <a:r>
              <a:t>Three main phases:</a:t>
            </a:r>
          </a:p>
          <a:p>
            <a:r>
              <a:t>1. Carbon fixation - CO2 is attached to RuBP by the enzyme RuBisCO</a:t>
            </a:r>
          </a:p>
          <a:p>
            <a:r>
              <a:t>2. Reduction - ATP and NADPH convert the resulting molecules to G3P</a:t>
            </a:r>
          </a:p>
          <a:p>
            <a:r>
              <a:t>3. Regeneration - RuBP is regenerated to continue the cycle</a:t>
            </a:r>
          </a:p>
          <a:p/>
          <a:p>
            <a:r>
              <a:t>For every 3 CO2 molecules fixed, 1 net G3P molecule is produced.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